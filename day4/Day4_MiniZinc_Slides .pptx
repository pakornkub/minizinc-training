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845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เชิงลึก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Employee Rostering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· Flexible Job Shop · Rostering · regular constraint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 + กฎ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pattern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4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predicate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 — no_overlap, disjunctive เทียบกัน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Flexible Job Shop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เลือกเครื่องจักรได้ — machine variable, duration เปลี่ยนตาม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Manufacturing — 4 orders, 3 tasks, 3 machines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Employee Rostering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กะ, demand, rest rule, fairness — ปัญหาจริงในโรงงาน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14:30–15:30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regular constraint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→ transition table → บังคับ shift pattern ซับซ้อน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Scheduling — 10 คน, 14 วัน, กฎแรงงาน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— นิยาม Constraint ใหม่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&lt;name&gt;(&lt;args&gt;) = &lt;bool-expression&gt;;  →  ใช้แทน constraint ได้ทุกที่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16002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54864" cy="1600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8247888" cy="1527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นิยาม predicate: 2 task ห้าม overlap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ใช้งาน — อ่านเข้าใจง่ายกว่า inline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(start[A], dur[A], start[B], dur[B]);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4930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predicate: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822192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3822192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822192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อ่านง่ายขึ้น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80360" y="3822192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no_overlap(...) ชัดกว่า s1+d1&lt;=s2 \/ s2+d2&lt;=s1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114800"/>
            <a:ext cx="8412480" cy="2651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4114800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114800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นำมาใช้ซ้ำได้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80360" y="4114800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เรียกใช้ได้ทุกที่ในโมเดล — ไม่ต้องเขียนซ้ำ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407408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4407408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02920" y="4407408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modular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880360" y="4407408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ซ่อนรายละเอียด — เปลี่ยน implementation ได้โดยไม่กระทบส่วนอื่น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 vs. disjunctive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69080" cy="35478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(pairwise)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54864" cy="29718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035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no_overlap(...)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s1+d1&lt;=s2 \/ s2+d2&lt;=s1;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(j,k in JOB where j&lt;k)(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 err="1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(s[j,t],d[j,t],s[k,t],d[k,t])));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n*(n-1)/2 constraints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ยืดหยุ่น — ใส่ extra condition ได้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4069080" cy="35478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(global)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800600" y="1508760"/>
            <a:ext cx="54864" cy="29718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9469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([s[j,t]|j in JOB],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[d[j,t]|j in JOB]));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 constraint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มี algorithm พิเศษ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เร็วกว่าสำหรับปัญหาใหญ่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472744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ใช้ predicate เมื่อต้องการความยืดหยุ่น  |  ใช้ disjunctive เมื่อต้องการความเร็ว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 vs disjunctive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เลือกเครื่องจักรได้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Job Shop: task ใช้เครื่องตายตัว  →  Flexible: task เลือกเครื่องได้ duration ต่างกัน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55648"/>
          <a:ext cx="8412480" cy="26517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เครื่องที่ใช้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ต่อ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เลือกได้ — เป็น decision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d[job,task,machine] — ขึ้นกับเครื่อง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ตัวแปรเพิ่ม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machine[job,task]: var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dur[j,t,machine[j,t]] &gt;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ต่ำกว่า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สูงกว่า — solver ต้องเลือกเครื่องด้วย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54456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/>
          <p:nvPr/>
        </p:nvSpPr>
        <p:spPr>
          <a:xfrm>
            <a:off x="457200" y="45445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ประยุกต์จริง: เครื่องจักรทดแทน, ขนาดงานกับขนาดเครื่อง, ค่าใช้จ่ายต่างกันต่อเครื่อง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โมเดล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2120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50474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JOB; enum TASK; enum MACHINE;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[JOB,TASK,MACHINE]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0 = เครื่องนั้นทำ task นี้ไม่ได้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ตัวแปรสำคัญ: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เลือกเครื่อง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0..total: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เลือกเฉพาะเครื่องที่ทำได้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machine[j,t]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Precedence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ใน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No-overlap: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เครื่องเดียวกันทีละ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machine[j,t]=m /\ machine[k,t]=m -&gt; no_overlap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463040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463040"/>
            <a:ext cx="54864" cy="65836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3D array!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by job, task, machine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15000" y="2578608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578608"/>
            <a:ext cx="54864" cy="658368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578608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machine เป็น variable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Solver เลือกให้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3089352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089352"/>
            <a:ext cx="54864" cy="65836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089352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duration ขึ้นกับ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เครื่องที่เลือก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3756864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3756864"/>
            <a:ext cx="54864" cy="65836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3756864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no-overlap: เช็คเฉพาะ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ที่เครื่องตรงกัน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4A — Flexible Manufacturing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workshop4a_starter.mzn + workshop4a_data.dzn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0467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4 ออร์เดอร์ (J1-J4), 3 ขั้นตอน (T1-T3), 3 เครื่องจักร (MA,MB,MC)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 task ทำได้บางเครื่องเท่านั้น (0 = ทำไม่ได้)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04288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0428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 เลือกเครื่องที่ทำได้: 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31920" y="2304288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forall(j,t)( dur[j,t,machine[j,t]] &gt; 0 )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77977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931920" y="2779776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start[j,t]+dur[j,t,machine[j,t]] &lt;= start[j,enum_next(TASK,t)]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25526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No-overlap ต่อเครื่อง: 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31920" y="3255264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machine[j,t]=m /\ machine[k,t]=m -&gt; no_overlap(...)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730752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3075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makespan: 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931920" y="3730752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เปลี่ยน solve satisfy → solve minimize makespan; แล้วรัน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4206240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0624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เปรียบเทียบ makespan: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931920" y="4206240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ลบ constraint เลือกเครื่อง → solver เลือกไม่ดี → makespan นานขึ้น?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regular constraint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290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ทุกวันต้องมีคนครบทุกกะ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130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rule: หลังกะดึกต้องหยุด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1970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กระจาย shift อย่างเป็นธรรม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581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regular: DFA บังคับ pattern ที่ซับซ้อน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 — ปัญหาจริงในโรงงาน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= กำหนดว่าใครทำกะไหน วันไหน โดยตรงทุก constraint พร้อมกัน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Demand Constraints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กะเช้าต้องมี &gt;= req_morning คน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กะดึกต้องมี &gt;= req_night คน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ทุกวันทุกกะต้องครบ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755648"/>
            <a:ext cx="263347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20040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33756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Rest Rules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หลังกะดึกต้องหยุดอย่างน้อย 1 วัน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ห้ามทำ 3 กะดึกติดต่อกัน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ทำงานติดต่อกันไม่เกิน 6 วัน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603504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17220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Fairness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7220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กะดึกกระจายเท่ากัน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วันหยุดกระจายเท่ากัน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Minimize กะดึกรวม (หรือ max-min)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502920" y="46634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MiniZinc: array[EMPLOYEE, DAY] of var SHIFT: roster;  — 1 ตัวแปรต่อ 1 slot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Employee Rostering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 = { M, E, N, O };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morning/eve/night/off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 in DAY)(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EMP)(roster[e,d]=M) &gt;=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/\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EMP)(roster[e,d]=N) &gt;= req_N);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 after night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(e,d where d &lt; max(DAY))(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roster[e,d]=N -&gt; roster[e,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(DAY,d)]=O);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Fairness: minimize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กะดึกรวม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nights = sum(e,d)(</a:t>
            </a:r>
            <a:r>
              <a:rPr lang="en-US" sz="10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bool2int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(roster[e,d]=N));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nights;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417320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417320"/>
            <a:ext cx="54864" cy="6400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417320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ตัวแปรหลัก: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cell ต่อ (พนักงาน,วัน)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093648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2093648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2093648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Demand: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bool2int auto-coerce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2973199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2973199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2973199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Rest rule: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enum_next สำหรับวันถัดไป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3777871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3777871"/>
            <a:ext cx="54864" cy="64008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3777871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nights: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เพื่อความเป็นธรรม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Rostering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Pattern ที่ซับซ้อน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regular(sequence, transition_table, start_state, accepting_states)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เมื่อไรต้องใช้ regular: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ธรรมดาเขียนยาก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ห้ามทำดึก 3 คืนติดกัน: ต้องจำ 'นับกี่คืนแล้ว'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42032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542032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502920" y="25420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กฎขึ้นกับ history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20440" y="2542032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5 วัน → ต้องหยุด 2 วัน → ทำได้อีก...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80944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80944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298094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กฎเป็น sequence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2980944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เฉพาะลำดับกะที่กฎหมายแรงงานอนุญาต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4290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หลักการ: DFA (Deterministic Finite Automaton)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8412480" cy="10332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767328"/>
            <a:ext cx="54864" cy="103327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381304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วาด state diagram: แต่ละ state = 'ประวัติที่เกี่ยวข้อง'  (เช่น กะดึกติดกันกี่คืน)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กำหนด transitions: จาก state ไหน รับ input อะไร ไป state ไหน  (&lt;&gt; = illegal)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แปลงเป็น transition table 2D array  →  ใส่ใน regular()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constraint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ออกแบบ DFA สำหรับกฎกะ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กฎ: ห้ามกะดึก (N) 3 คืนติดกัน  |  ในทุก 4 วัน ต้องมีหยุด (O) อย่างน้อย 1 วัน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เริ่ม/หยุด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228600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1 วัน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02336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02336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2 วัน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6072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6072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3 วัน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23360" y="2440046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023360" y="244004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23360" y="2760086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 1 คืน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760720" y="2440046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760720" y="244004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2760086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 2 คืน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2800859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Table: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791169"/>
              </p:ext>
            </p:extLst>
          </p:nvPr>
        </p:nvGraphicFramePr>
        <p:xfrm>
          <a:off x="365760" y="3120899"/>
          <a:ext cx="8412480" cy="17526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(day)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(night)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(off)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DFA Design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โค้ด MiniZinc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  enum SHIFT = { d, n, o };  enum STATE = { S1..S6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Transition table [state, shift] -&gt; next_state (&lt;&gt; = illegal)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[|      d:  n:  o:</a:t>
            </a:r>
            <a:endParaRPr lang="en-US" sz="10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 S2, S3, S1  | S2:  S4, S4, S1  | S3:  S4, S5, S1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S4:  S6, S6, S1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S5:  S6,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S1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ห้ามดึก 3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คืนติดต่อกัน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S6: 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S1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ต้องหยุดก่อน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บังคับทุกพนักงาน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NURSE)(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S1, STATE));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46177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 = option type 'absent' — ใน MiniZinc หมายถึง illegal transition ทำให้ constraint fail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โค้ด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4B — Shift Scheduling โรงงาน 3 กะ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30 นาที  |  ไฟล์: workshop4b_starter.mzn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961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9611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พนักงาน 10 คน, 14 วัน — กะ M/E/N/O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เช้า≥4, บ่าย≥3, ดึก≥2  |  Minimize กะดึกรวม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95728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9572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demand constraint: 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49040" y="239572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forall(d)(sum(e)(roster[e,d]=M) &gt;= req_M /\ ...)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862072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86207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rest after night: 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86207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roster[e,d]=N -&gt; roster[e,d+1]=O  (ทุก e, d &lt; 14)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328416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32841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max 6 วันทำงานติด: 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49040" y="332841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forall(e,d0)(sum(d in d0..d0+6)(roster[e,d]!=O) &lt;= 6)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79476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total_nights: 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749040" y="3794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เปลี่ยน solve satisfy → minimize แล้วรัน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4261104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61104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ใช้ regular: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749040" y="426110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เพิ่ม regular constraint สำหรับ rule ห้ามดึก 3 คืนติด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4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predicate — นิยาม constraint ที่นำมาใช้ซ้ำได้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no_overlap(s1,d1,s2,d2) = ... — อ่านง่าย reusable ซ่อน complexity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Flexible Job Shop — เพิ่มมิติการเลือกเครื่อง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machine[j,t]: var MACHINE — dur[j,t,machine[j,t]] — constraint เลือกเฉพาะที่ทำได้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Rostering = demand + rest + fairness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sum(e)(roster[e,d]=N) &gt;= req_N | N→O rest rule | minimize nights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regular — DFA บังคับ shift pattern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 DFA ก่อน → transition table → regular([roster[e,d]|d in DAY], tr, S1, STATE)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5: Vehicle Routing (TSP/VRP) + Bin Packing — ปัญหาโลจิสติกส์จริง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predicate และ function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PREDICATE (returns bool) 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FUNCTION (returns value) 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total_dur(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m, JOB: j, TASK: t)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dur[j, t, m];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TEST (fixed bool, สำหรับ parameter เท่านั้น) 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is_weekday(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d) = d mod 7 &lt;= 5;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LOCAL VARIABLE ใน predicate 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overlap_free(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...) = let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int: gap = s2 - s1 - d1;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in gap &gt;= 0;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predicate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regular constraint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Signature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$$Val: x,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array[$$State,$$Val] of opt $$State: d,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$$State: q0,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set of $$State: F)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ตัวอย่าง: ห้าม 3 วันดึกติดกัน 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STATE = { S0, S1, S2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[| S0: S1, S0    % d=S1,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S2, S0    % d=S2,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S2: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illegal, o=S0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DAYS], tr, S0, STATE));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regular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วันที่ 4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predicate f(var int: x) = let {var int: y} in x=2*y;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predicate f(var int: x) = let {var int: y = x div 2} in x=2*y;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variable ใน predicate ต้องถูก define ถ้าอยู่ใน negative context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75104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75104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dur[j,t,machine[j,t]]  % ก่อนเพิ่ม constraint dur&gt;0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4942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constraint forall(j,t)(dur[j,t,machine[j,t]] &gt; 0);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42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Shop: ต้องมี constraint บังคับว่าเลือกเฉพาะเครื่องที่ทำได้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871216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0779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roster[e, d+1]  % ถ้า DAY เป็น enum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4553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roster[e, enum_next(DAY, d)]  % ใช้ enum_next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381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index เป็น enum ต้องใช้ enum_next ไม่ใช่ +1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767328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039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regular(roster[e], ...)  % roster[e] เป็น 2D array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416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regular([roster[e,d] | d in DAY], ...)  % ต้องสร้าง 1D sequence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342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รับ 1D array — ต้องสร้าง sequence ของแต่ละพนักงานก่อน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Bin Packing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— circuit() global constraint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29184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— หลาย vehicle, หลายลูกค้า, capacity จำกัด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703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— minimize จำนวนกล่อง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— set variables (var set of ITEMS)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กรณีศึกษา: ผลลัพธ์ Rostering จริง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3258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1252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ตาราง 7 พนักงาน 10 วัน (M=เช้า, N=ดึก, o=หยุด)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Nurse(1): d o n o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Nurse(2): d o d n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กะดึก: 3 วัน/คน เป็นธรรมดี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254203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889504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889504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N→O ถูกบังคับ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2889504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หลังกะดึกทุกครั้งจะมี o ตามมาเสมอ — regular ทำงาน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02920" y="3337560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กะดึกกระจาย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46120" y="3337560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total_nights ทำให้ solver กระจาย N ออกไป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785616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785616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3785616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46120" y="3785616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nights อาจไม่ minimize total_cost — ต้องเลือก objective ให้ตรงความต้องการ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33672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4233672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4233672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ปัญหาจริงซับซ้อนกว่า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46120" y="4233672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วันลา, ทักษะพิเศษ, ข้อจำกัดส่วนตัว → เพิ่ม constraint ได้เรื่อยๆ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กรณีศึกษา Rostering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Flexible + Rostering Patterns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FLEXIBLE JOB SHOP 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machine;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(j,t)(dur[j,t,machine[j,t]]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Precedence: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ROSTERING STRUCTURE 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SHIFT = { M, E, N, O };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roster;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Demand: sum(e)(roster[e,d]=M) &gt;=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Rest:   roster[e,d]=N -&gt; roster[e,enum_next(DAY,d)]=O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Fair:   solve minimize sum(e,d)(bool2int(roster[e,d]=N))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REGULAR FOR PATTERNS 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S0, STATE)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 = transition table  |  S0 = start state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&lt;&gt; in tr = illegal transition (option type)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Day 4 Patterns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</TotalTime>
  <Words>3270</Words>
  <Application>Microsoft Macintosh PowerPoint</Application>
  <PresentationFormat>On-screen Show (16:9)</PresentationFormat>
  <Paragraphs>422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4 - Scheduling In-depth &amp; Rostering</dc:title>
  <dc:subject>PptxGenJS Presentation</dc:subject>
  <dc:creator>PptxGenJS</dc:creator>
  <cp:lastModifiedBy>Vacharapat METTANANT</cp:lastModifiedBy>
  <cp:revision>7</cp:revision>
  <dcterms:created xsi:type="dcterms:W3CDTF">2026-06-04T12:37:11Z</dcterms:created>
  <dcterms:modified xsi:type="dcterms:W3CDTF">2026-06-04T21:32:50Z</dcterms:modified>
</cp:coreProperties>
</file>