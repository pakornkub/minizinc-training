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 slide deck: พูดถึงวิธีใช้ AI assistant ช่วยสร้าง MiniZinc models อย่างถูกต้องและปลอดภัย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เน้น: AI เป็น Language Model ไม่ใช่ Solver — มันเรียนรู้ pattern จาก code แต่ไม่ได้คำนวณหาคำตอบที่ optimal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มีประโยชน์ในการเรียนรู้ syntax และ debug แต่ต้องตรวจสอบโค้ดที่ AI สร้างก่อนใช้งานเสมอ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เน้น: 'ให้ AI เขียนโค้ด' ต่างจาก 'ให้ AI solve ปัญหา' — โค้ดที่ได้ต้องนำไปรัน MiniZinc 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แยก: 'ถาม AI ช่วยเขียนโค้ด' ทำได้ | 'ส่งข้อมูลจริงให้ AI' ต้องระวัง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กุญแจ: AI เป็น 'ผู้ช่วยเขียนโค้ด' ไม่ใช่ 'ผู้แก้ปัญหา' — Gecode เท่านั้นที่แก้ปัญหาจริง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สรุป: ใช้ AI เป็น 'ผู้ช่วยเขียน' ไม่ใช่ 'ผู้แก้ปัญหา' และระวังเรื่อง privacy เสมอ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46888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Day 3  ·  MiniZinc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กับ MiniZinc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ใช้ให้ถูกต้อง  ·  มีประสิทธิภาพ  ·  ปลอดภัย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1508760" cy="457200"/>
          </a:xfrm>
          <a:prstGeom prst="roundRect">
            <a:avLst>
              <a:gd name="adj" fmla="val 24000"/>
            </a:avLst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4251960"/>
            <a:ext cx="1508760" cy="457200"/>
          </a:xfrm>
          <a:prstGeom prst="roundRect">
            <a:avLst>
              <a:gd name="adj" fmla="val 24000"/>
            </a:avLst>
          </a:prstGeom>
          <a:solidFill>
            <a:srgbClr val="4285F4">
              <a:alpha val="22000"/>
            </a:srgb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4251960"/>
            <a:ext cx="1508760" cy="457200"/>
          </a:xfrm>
          <a:prstGeom prst="roundRect">
            <a:avLst>
              <a:gd name="adj" fmla="val 24000"/>
            </a:avLst>
          </a:prstGeom>
          <a:solidFill>
            <a:srgbClr val="10A37F">
              <a:alpha val="22000"/>
            </a:srgbClr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ChatGPT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คืออะไร?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CCFBF1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51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สิ่งที่ AI ทำได้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Language Model — เรียนรู้จาก code จำนวนมาก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เข้าใจ syntax MiniZinc และ global constraints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แปลงคำอธิบายปัญหาเป็น constraint เบื้องต้น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 error message และแนะนำแนวทางแก้ไข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สร้างโค้ดต้นแบบ (boilerplate) ได้รวดเร็ว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0515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สิ่งที่ AI ทำไม่ได้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แก้ปัญหา optimization จริง ๆ ไม่ได้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 solver — ไม่มี constraint propagation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คำตอบที่ให้มาอาจดูถูกแต่ไม่ optimal หรือไม่ valid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ไม่สามารถ verify ว่า solution feasible หรือไม่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 hallucinate syntax ที่ไม่มีจริงใน MiniZinc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ช่วยเขียน MiniZinc ได้อย่างไร?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0607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เรียนรู้ Syntax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ถามวิธีใช้ global constraints เช่น cumulative, alldifferent, disjunctive — AI อธิบายพร้อมตัวอย่างได้ดี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78992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58968" y="10607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 Boilerplate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179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อธิบายปัญหาเป็นภาษาไทยหรืออังกฤษ ขอโค้ดต้นแบบ จากนั้นปรับ parameter ด้วยตัวเองก่อนรัน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044952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0266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Errors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4838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 error message จาก MiniZinc ให้ AI อธิบาย เช่น type error: expected int หรือ undefined identifier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044952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58968" y="302666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Constraints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4838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เล่าปัญหาให้ AI แนะนำ constraint ที่เหมาะ เช่น ควรใช้ table constraint หรือ regular สำหรับ pattern นี้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ที่ดี vs ไม่ดี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896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ที่ดี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349300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"ช่วยเขียน MiniZinc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ที่บังคับว่าพนักงานแต่ละคน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ต้องได้รับงานที่มีทักษะตรง"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59736"/>
            <a:ext cx="349300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"อธิบาย global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cumulative ใน MiniZinc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พร้อมตัวอย่าง scheduling"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02152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"Error: type error...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ช่วยอธิบายและแนะนำวิธีแก้ไข"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4279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ถาม syntax / debug / แนวคิด — ไม่ใส่ข้อมูลจริง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804672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10912" y="896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ที่ควรหลีกเลี่ยง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10912" y="1353312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389888"/>
            <a:ext cx="34747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"ช่วยแก้โจทย์นี้ให้ด้วย: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proc_time = [10,8,12,9,15,7];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deadline  = [50,40,60,45,80];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เครื่องจักรของเรา 3 เครื่อง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หา makespan ที่น้อยที่สุด"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10912" y="3090672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3127248"/>
            <a:ext cx="347472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"ข้อมูลจริงของบริษัทเรา: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[ข้อมูล confidential...]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ช่วยหาวิธีจัดตารางที่ดีที่สุด"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10912" y="4279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ใส่ข้อมูลจริง / ให้ AI solve แทน MiniZinc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⚠️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8229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ข้อควรระวัง — สำคัญมาก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61872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07008" y="135331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 Parameter = ข้อมูลธุรกิจ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07008" y="171907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proc_time, capacity, cost ที่ใส่ให้ AI คือข้อมูลจริงของบริษัท — อาจเป็น confidential หรือ trade secret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96312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07008" y="258775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สาธารณะอาจนำข้อมูลไป Train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07008" y="295351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Gemini, ChatGPT รุ่นฟรีบางแบบอาจใช้ข้อมูลที่ส่งเข้าไปในการปรับปรุง model ในอนาคต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292524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730752"/>
            <a:ext cx="6583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07008" y="38221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วิธีปฏิบัติที่ถูกต้อง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07008" y="418795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ใช้ข้อมูลจำลอง (dummy data) เมื่อถาม AI เช่น เปลี่ยนตัวเลขจริงเป็น 10, 20, 30 แล้วใส่ค่าจริงเองทีหลัง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≠  Solver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ความแตกต่างที่สำคัญ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612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 + Gecode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947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constraints &amp; objective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" y="2121408"/>
            <a:ext cx="0" cy="283464"/>
          </a:xfrm>
          <a:prstGeom prst="line">
            <a:avLst/>
          </a:prstGeom>
          <a:noFill/>
          <a:ln w="19050">
            <a:solidFill>
              <a:srgbClr val="14B8A6"/>
            </a:solidFill>
            <a:prstDash val="dot"/>
          </a:ln>
        </p:spPr>
      </p:sp>
      <p:sp>
        <p:nvSpPr>
          <p:cNvPr id="11" name="Shape 9"/>
          <p:cNvSpPr/>
          <p:nvPr/>
        </p:nvSpPr>
        <p:spPr>
          <a:xfrm>
            <a:off x="566928" y="245059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404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6609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ลดขนาด search space อย่างเป็นระบบ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0664" y="2834640"/>
            <a:ext cx="0" cy="283464"/>
          </a:xfrm>
          <a:prstGeom prst="line">
            <a:avLst/>
          </a:prstGeom>
          <a:noFill/>
          <a:ln w="19050">
            <a:solidFill>
              <a:srgbClr val="14B8A6"/>
            </a:solidFill>
            <a:prstDash val="dot"/>
          </a:ln>
        </p:spPr>
      </p:sp>
      <p:sp>
        <p:nvSpPr>
          <p:cNvPr id="16" name="Shape 14"/>
          <p:cNvSpPr/>
          <p:nvPr/>
        </p:nvSpPr>
        <p:spPr>
          <a:xfrm>
            <a:off x="566928" y="316382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3118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3741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สำรวจ solutions อย่างครบถ้วน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" y="3547872"/>
            <a:ext cx="0" cy="283464"/>
          </a:xfrm>
          <a:prstGeom prst="line">
            <a:avLst/>
          </a:prstGeom>
          <a:noFill/>
          <a:ln w="19050">
            <a:solidFill>
              <a:srgbClr val="14B8A6"/>
            </a:solidFill>
            <a:prstDash val="dot"/>
          </a:ln>
        </p:spPr>
      </p:sp>
      <p:sp>
        <p:nvSpPr>
          <p:cNvPr id="21" name="Shape 19"/>
          <p:cNvSpPr/>
          <p:nvPr/>
        </p:nvSpPr>
        <p:spPr>
          <a:xfrm>
            <a:off x="566928" y="387705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38313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0873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รับประกันว่าดีที่สุด (หรือ infeasible)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33672" y="2450592"/>
            <a:ext cx="676656" cy="67665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245059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1051560"/>
            <a:ext cx="384048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11612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Language Model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38928" y="16916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16916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 Pattern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194767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code ที่เคยเห็นในการ train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38928" y="24048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0" y="24048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เดาคำตอบ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266090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ดูเหมือนจะเป็น makespan ≈ 42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38928" y="311810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69280" y="31181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Verification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33741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ไม่รู้ว่า feasible หรือ optimal จริง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138928" y="383133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0" y="38313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อาจผิดได้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69280" y="40873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 — ดูถูกแต่อาจผิด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ให้ AI เขียนโค้ด MiniZinc  →  รัน MiniZinc เอง  →  ได้คำตอบที่ optimal 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สรุป: แนวทางที่แนะนำ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86200" cy="38862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ควรทำ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AI เรียนรู้ syntax และ global constraints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ขอให้ AI เขียน boilerplate หรือ starter 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 error message ให้ AI ช่วย debug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ตรวจสอบโค้ดที่ AI สร้างก่อนใช้งานเสมอ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ใช้ข้อมูลจำลอง (dummy data) เมื่อขอตัวอย่าง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92040" y="914400"/>
            <a:ext cx="3886200" cy="388620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005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ไม่ควรทำ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4630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อย่าให้ AI คำนวณหรือหาคำตอบแทน MiniZinc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อย่าใส่ข้อมูล parameter จริงของบริษัท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อย่าเชื่อว่าคำตอบที่ AI ให้ถูกหรือ optimal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 submit โค้ดที่ไม่เข้าใจและไม่ได้ทดสอบ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อย่าใช้ AI สาธารณะกับข้อมูล confidential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ช่วยเขียนโค้ด  ·  MiniZinc แก้ปัญหา  ·  คุณตัดสินใจ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Assistant กับ MiniZinc</dc:title>
  <dc:subject>PptxGenJS Presentation</dc:subject>
  <dc:creator>MiniZinc Training</dc:creator>
  <cp:lastModifiedBy>MiniZinc Training</cp:lastModifiedBy>
  <cp:revision>1</cp:revision>
  <dcterms:created xsi:type="dcterms:W3CDTF">2026-07-09T07:45:08Z</dcterms:created>
  <dcterms:modified xsi:type="dcterms:W3CDTF">2026-07-09T07:45:08Z</dcterms:modified>
</cp:coreProperties>
</file>